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8" r:id="rId14"/>
    <p:sldId id="269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34E"/>
          </a:solidFill>
          <a:ln w="12700">
            <a:solidFill>
              <a:srgbClr val="12234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54864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2743200"/>
            <a:ext cx="548640" cy="54864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3200400"/>
            <a:ext cx="822960" cy="822960"/>
          </a:xfrm>
          <a:prstGeom prst="ellipse">
            <a:avLst/>
          </a:prstGeom>
          <a:solidFill>
            <a:srgbClr val="00B0FF">
              <a:alpha val="20000"/>
            </a:srgbClr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94360"/>
            <a:ext cx="53035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FinControl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5303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B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de Administración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B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Financiera Personal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5029200" cy="2743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Terry Calero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Franco Cannizaro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Leonidas Druetta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-809625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Laboratorio de Programación  ·  EEST N.º 2 T2 Vicente López  ·  6.º Año 2.ª Div.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1206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problema cotidiano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Muchas personas no logran administrar correctamente sus ingresos y gastos diarios, lo que genera desorganización financiera y dificultad para ahorrar.
</a:t>
            </a:r>
            <a:endParaRPr lang="en-US" sz="1300" dirty="0">
              <a:solidFill>
                <a:srgbClr val="5C66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300" b="1" dirty="0">
              <a:solidFill>
                <a:srgbClr val="5C66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300" b="1" dirty="0">
              <a:solidFill>
                <a:srgbClr val="5C66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300" b="1" dirty="0">
              <a:solidFill>
                <a:srgbClr val="5C66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solución</a:t>
            </a:r>
            <a:endParaRPr lang="en-US" sz="1700" dirty="0"/>
          </a:p>
          <a:p>
            <a:pPr marL="0" indent="0">
              <a:buNone/>
            </a:pPr>
            <a:endParaRPr lang="en-US" sz="1300" dirty="0">
              <a:solidFill>
                <a:srgbClr val="5C66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s-ES" altLang="en-US" sz="13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FinControl n</a:t>
            </a:r>
            <a:r>
              <a:rPr lang="en-US" sz="13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como una herramienta sencilla y accesible para ayudar a cada usuario a tomar el control de su economía personal.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2560320" cy="2560320"/>
          </a:xfrm>
          <a:prstGeom prst="ellipse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3749040"/>
            <a:ext cx="274320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3749040"/>
            <a:ext cx="2743200" cy="4114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¿Organizás tus finanzas?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4114800"/>
            <a:ext cx="2743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Solo 3 de cada 10 lo hacen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Problemática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07592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Falta de organización financiera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99032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07592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Desconocimiento de gastos diarios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74320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5943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999232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Dificultad para controlar el presupuesto mensual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754880" y="274320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90672"/>
            <a:ext cx="594360" cy="59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0" y="2999232"/>
            <a:ext cx="2834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Escasa planificación económica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772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777240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 General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8229600" cy="20116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920240"/>
            <a:ext cx="73152" cy="20116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011680"/>
            <a:ext cx="77724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Desarrollar una aplicación web que permita registrar el sueldo mensual y controlar los gastos personales, brindando información clara y precisa para mejorar la administración del dinero.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605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160520"/>
            <a:ext cx="1554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sueldo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1605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31920" y="4160520"/>
            <a:ext cx="1554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Analizar gastos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6052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09080" y="4160520"/>
            <a:ext cx="1554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web accesible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Objetivos Específicos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el sueldo mensual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2140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712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0312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gastos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2724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10896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Clasificar por categorías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413308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788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11480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Mostrar dinero disponible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754880" y="111556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61288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2120" y="109728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Calcular porcentaje utilizado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754880" y="212140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167128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32120" y="210312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Mostrar promedios de gasto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754880" y="3127248"/>
            <a:ext cx="640080" cy="6400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3D1FF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172968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32120" y="310896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Brindar estado financiero automático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74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874520" cy="64008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2801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691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Estructura y contenido de la interfaz web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1005840"/>
            <a:ext cx="1874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005840"/>
            <a:ext cx="1874520" cy="6400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28016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2860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560320" y="2834640"/>
            <a:ext cx="1691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Estilos visuales y diseño responsivo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1005840"/>
            <a:ext cx="1874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1005840"/>
            <a:ext cx="187452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28016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2860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63440" y="2834640"/>
            <a:ext cx="1691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Lógica del sistema y cálculos automáticos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1005840"/>
            <a:ext cx="1874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1005840"/>
            <a:ext cx="1874520" cy="6400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1280160"/>
            <a:ext cx="914400" cy="914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22860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766560" y="2834640"/>
            <a:ext cx="16916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Entorno de desarrollo integrado (IDE)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Funcionamiento del Sistema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005840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70432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0830" y="196596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Ingresa sueldo mensual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 flipV="1">
            <a:off x="1449705" y="1446530"/>
            <a:ext cx="5010150" cy="3556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80130" y="941705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  <p:txBody>
          <a:bodyPr/>
          <a:p>
            <a:endParaRPr lang="es-ES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722" y="117043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05810" y="1956435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 gastos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40680" y="1463040"/>
            <a:ext cx="105156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92240" y="1005840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170432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196596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Procesa información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229600" y="1965960"/>
            <a:ext cx="0" cy="50292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880360" y="2560320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629400" y="347472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Estado financiero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840480" y="3017520"/>
            <a:ext cx="105156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92040" y="2560320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724912"/>
            <a:ext cx="585216" cy="5852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17720" y="35204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 promedios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852160" y="3017520"/>
            <a:ext cx="105156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903720" y="2514600"/>
            <a:ext cx="914400" cy="914400"/>
          </a:xfrm>
          <a:prstGeom prst="ellipse">
            <a:avLst/>
          </a:prstGeom>
          <a:solidFill>
            <a:srgbClr val="152A5A"/>
          </a:solidFill>
          <a:ln w="19050">
            <a:solidFill>
              <a:srgbClr val="1E88E5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2724912"/>
            <a:ext cx="585216" cy="5852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606040" y="35204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 saldo y porcentaje</a:t>
            </a:r>
            <a:endParaRPr lang="en-US" sz="1000" dirty="0"/>
          </a:p>
        </p:txBody>
      </p:sp>
      <p:sp>
        <p:nvSpPr>
          <p:cNvPr id="31" name="Cuadro de texto 30"/>
          <p:cNvSpPr txBox="1"/>
          <p:nvPr/>
        </p:nvSpPr>
        <p:spPr>
          <a:xfrm>
            <a:off x="737870" y="1468755"/>
            <a:ext cx="4538980" cy="332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s-ES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807" y="2679192"/>
            <a:ext cx="58521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Funcionalidades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075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25272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Configuración del sueldo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0" y="10515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0759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50208" y="125272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Registro de gastos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35040" y="10515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0759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84848" y="125272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Historial de movimientos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5760" y="233172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87752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253288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financiero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200400" y="233172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587752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50208" y="253288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Cálculo automático del saldo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035040" y="233172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587752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84848" y="253288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 diario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365760" y="361188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67912"/>
            <a:ext cx="502920" cy="5029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15568" y="381304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 semanal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3200400" y="361188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867912"/>
            <a:ext cx="502920" cy="5029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50208" y="381304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Promedio mensual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6035040" y="361188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867912"/>
            <a:ext cx="502920" cy="5029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84848" y="3813048"/>
            <a:ext cx="17830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Estado financiero inteligente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Beneficios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p>
            <a:endParaRPr lang="es-ES" alt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070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02412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Organización financiera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2646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</a:t>
            </a:r>
            <a:r>
              <a:rPr lang="es-ES" alt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 sueldo mensual y de los gastos personales</a:t>
            </a:r>
            <a:endParaRPr lang="es-ES" altLang="en-US" sz="1100" dirty="0">
              <a:solidFill>
                <a:srgbClr val="B0BEC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1440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2070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02412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del presupuesto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04688" y="142646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Seguimiento en tiempo real del saldo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24028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24028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328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235000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Mayor conciencia de gastos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5568" y="275234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Visualizá en qué gastás tu dinero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24028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24028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53288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235000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Facilidad de uso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04688" y="275234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Interfaz intuitiva y sin curva de aprendizaje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356616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85876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15568" y="367588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Información inmediata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15568" y="407822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Resultados calculados al instante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152A5A"/>
          </a:solidFill>
          <a:ln w="1270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85876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04688" y="367588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Acceso web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04688" y="4078224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Funciona en cualquier dispositivo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Futuras Mejoras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6596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10515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423160" y="105156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344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196596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de usuarios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26280" y="10515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26280" y="105156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3444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196596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Inicio de sesión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29400" y="10515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29400" y="105156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234440"/>
            <a:ext cx="685800" cy="685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196596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Gráficos estadísticos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283464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0040" y="283464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17520"/>
            <a:ext cx="685800" cy="685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0040" y="374904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Exportación PDF / Excel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423160" y="283464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2423160" y="283464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017520"/>
            <a:ext cx="685800" cy="685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423160" y="374904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Metas de ahorro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26280" y="283464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526280" y="2834640"/>
            <a:ext cx="18745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017520"/>
            <a:ext cx="685800" cy="6858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526280" y="3749040"/>
            <a:ext cx="1874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Recordatorios de pagos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6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diseñado para ser escalable  →  cada módulo puede incorporarse progresivamente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4754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" cy="2743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7772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s-ES" altLang="en-US" sz="15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lang="en-US" sz="1500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usca brindar una solución simple, eficiente y accesible para la administración de las finanzas personales, permitiendo mejorar la planificación económica mediante una herramienta tecnológica desarrollada con los conocimientos adquiridos durante la formación técnica.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5465" y="4023360"/>
            <a:ext cx="2194560" cy="640080"/>
          </a:xfrm>
          <a:prstGeom prst="roundRect">
            <a:avLst>
              <a:gd name="adj" fmla="val 21429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585" y="4023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4023360"/>
            <a:ext cx="2194560" cy="640080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7890" y="4023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Eficiente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45555" y="4023360"/>
            <a:ext cx="2194560" cy="640080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0315" y="4023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Accesible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152A5A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772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0080"/>
            <a:ext cx="5943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¡Muchas gracias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 su atención!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5486400" cy="2743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688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"Una buena administración financiera comienza con el control de cada gasto."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Terry Calero  ·  Franco Cannizaro  ·  Leonidas Druetta
</a:t>
            </a:r>
            <a:r>
              <a:rPr lang="en-US" sz="11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Laboratorio de Programación  ·  EEST N.º 2 T2  ·  6.º Año 2.ª Div.  ·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2872</Words>
  <Application>WPS Presentation</Application>
  <PresentationFormat>On-screen Show (16:9)</PresentationFormat>
  <Paragraphs>177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FinControl – Sistema de Administración Financiera Personal</dc:title>
  <dc:creator>PptxGenJS</dc:creator>
  <dc:subject>PptxGenJS Presentation</dc:subject>
  <cp:lastModifiedBy>TERRY</cp:lastModifiedBy>
  <cp:revision>9</cp:revision>
  <dcterms:created xsi:type="dcterms:W3CDTF">2026-06-06T15:52:00Z</dcterms:created>
  <dcterms:modified xsi:type="dcterms:W3CDTF">2026-06-07T08:06:57Z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3082-12.1.0.26880</vt:lpwstr>
  </property>
  <property fmtid="{D5CDD505-2E9C-101B-9397-08002B2CF9AE}" pid="3" name="ICV">
    <vt:lpwstr>94B0B32D5D8441FB9D7986571D94E0D2_12</vt:lpwstr>
  </property>
</Properties>
</file>