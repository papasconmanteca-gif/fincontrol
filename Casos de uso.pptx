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7315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Diagrama de Casos de Uso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21207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DCFC"/>
                </a:solidFill>
                <a:latin typeface="Calibri"/>
              </a:rPr>
              <a:t>Sistema FinControl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29260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ADCFC"/>
                </a:solidFill>
                <a:latin typeface="Calibri"/>
              </a:rPr>
              <a:t>UML  ·  Análisis de Sistemas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1051560"/>
            <a:ext cx="9052560" cy="4251960"/>
          </a:xfrm>
          <a:prstGeom prst="rect">
            <a:avLst/>
          </a:prstGeom>
          <a:solidFill>
            <a:srgbClr val="EBEFF8"/>
          </a:solidFill>
          <a:ln w="20320">
            <a:solidFill>
              <a:srgbClr val="1E276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11247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Calibri"/>
              </a:rPr>
              <a:t>FinControl</a:t>
            </a:r>
          </a:p>
        </p:txBody>
      </p:sp>
      <p:sp>
        <p:nvSpPr>
          <p:cNvPr id="8" name="Oval 7"/>
          <p:cNvSpPr/>
          <p:nvPr/>
        </p:nvSpPr>
        <p:spPr>
          <a:xfrm>
            <a:off x="3931920" y="1353312"/>
            <a:ext cx="3017520" cy="53035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Registrar sueldo mensual</a:t>
            </a:r>
          </a:p>
        </p:txBody>
      </p:sp>
      <p:sp>
        <p:nvSpPr>
          <p:cNvPr id="9" name="Oval 8"/>
          <p:cNvSpPr/>
          <p:nvPr/>
        </p:nvSpPr>
        <p:spPr>
          <a:xfrm>
            <a:off x="3931920" y="2453640"/>
            <a:ext cx="3017520" cy="53035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Registrar gasto</a:t>
            </a:r>
          </a:p>
        </p:txBody>
      </p:sp>
      <p:sp>
        <p:nvSpPr>
          <p:cNvPr id="10" name="Oval 9"/>
          <p:cNvSpPr/>
          <p:nvPr/>
        </p:nvSpPr>
        <p:spPr>
          <a:xfrm>
            <a:off x="3931920" y="3553968"/>
            <a:ext cx="3017520" cy="53035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Eliminar gasto</a:t>
            </a:r>
          </a:p>
        </p:txBody>
      </p:sp>
      <p:sp>
        <p:nvSpPr>
          <p:cNvPr id="11" name="Oval 10"/>
          <p:cNvSpPr/>
          <p:nvPr/>
        </p:nvSpPr>
        <p:spPr>
          <a:xfrm>
            <a:off x="3931920" y="4654296"/>
            <a:ext cx="3017520" cy="53035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Consultar historial de gastos</a:t>
            </a:r>
          </a:p>
        </p:txBody>
      </p:sp>
      <p:sp>
        <p:nvSpPr>
          <p:cNvPr id="12" name="Oval 11"/>
          <p:cNvSpPr/>
          <p:nvPr/>
        </p:nvSpPr>
        <p:spPr>
          <a:xfrm>
            <a:off x="7726679" y="1746504"/>
            <a:ext cx="3017520" cy="53035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Visualizar resumen financiero</a:t>
            </a:r>
          </a:p>
        </p:txBody>
      </p:sp>
      <p:sp>
        <p:nvSpPr>
          <p:cNvPr id="13" name="Oval 12"/>
          <p:cNvSpPr/>
          <p:nvPr/>
        </p:nvSpPr>
        <p:spPr>
          <a:xfrm>
            <a:off x="7726679" y="3200400"/>
            <a:ext cx="3017520" cy="53035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Consultar promedios de gasto</a:t>
            </a:r>
          </a:p>
        </p:txBody>
      </p:sp>
      <p:sp>
        <p:nvSpPr>
          <p:cNvPr id="14" name="Oval 13"/>
          <p:cNvSpPr/>
          <p:nvPr/>
        </p:nvSpPr>
        <p:spPr>
          <a:xfrm>
            <a:off x="7726679" y="4654296"/>
            <a:ext cx="3017520" cy="53035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Visualizar estado financiero</a:t>
            </a:r>
          </a:p>
        </p:txBody>
      </p:sp>
      <p:sp>
        <p:nvSpPr>
          <p:cNvPr id="15" name="Oval 14"/>
          <p:cNvSpPr/>
          <p:nvPr/>
        </p:nvSpPr>
        <p:spPr>
          <a:xfrm>
            <a:off x="1124712" y="2267712"/>
            <a:ext cx="402336" cy="402336"/>
          </a:xfrm>
          <a:prstGeom prst="ellipse">
            <a:avLst/>
          </a:prstGeom>
          <a:noFill/>
          <a:ln w="2286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1325880" y="2670048"/>
            <a:ext cx="0" cy="658368"/>
          </a:xfrm>
          <a:prstGeom prst="line">
            <a:avLst/>
          </a:prstGeom>
          <a:ln w="22860">
            <a:solidFill>
              <a:srgbClr val="1E2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51560" y="2944368"/>
            <a:ext cx="548640" cy="0"/>
          </a:xfrm>
          <a:prstGeom prst="line">
            <a:avLst/>
          </a:prstGeom>
          <a:ln w="22860">
            <a:solidFill>
              <a:srgbClr val="1E2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097280" y="3328416"/>
            <a:ext cx="228600" cy="365760"/>
          </a:xfrm>
          <a:prstGeom prst="line">
            <a:avLst/>
          </a:prstGeom>
          <a:ln w="22860">
            <a:solidFill>
              <a:srgbClr val="1E2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325880" y="3328416"/>
            <a:ext cx="228600" cy="365760"/>
          </a:xfrm>
          <a:prstGeom prst="line">
            <a:avLst/>
          </a:prstGeom>
          <a:ln w="22860">
            <a:solidFill>
              <a:srgbClr val="1E2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22959" y="3712464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E2761"/>
                </a:solidFill>
                <a:latin typeface="Calibri"/>
              </a:rPr>
              <a:t>Usuario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1600200" y="1618488"/>
            <a:ext cx="2331720" cy="1353312"/>
          </a:xfrm>
          <a:prstGeom prst="line">
            <a:avLst/>
          </a:prstGeom>
          <a:ln w="11430">
            <a:solidFill>
              <a:srgbClr val="5A6F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600200" y="2718816"/>
            <a:ext cx="2331720" cy="252984"/>
          </a:xfrm>
          <a:prstGeom prst="line">
            <a:avLst/>
          </a:prstGeom>
          <a:ln w="11430">
            <a:solidFill>
              <a:srgbClr val="5A6F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600200" y="2971800"/>
            <a:ext cx="2331720" cy="847344"/>
          </a:xfrm>
          <a:prstGeom prst="line">
            <a:avLst/>
          </a:prstGeom>
          <a:ln w="11430">
            <a:solidFill>
              <a:srgbClr val="5A6F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600200" y="2971800"/>
            <a:ext cx="2331720" cy="1947672"/>
          </a:xfrm>
          <a:prstGeom prst="line">
            <a:avLst/>
          </a:prstGeom>
          <a:ln w="11430">
            <a:solidFill>
              <a:srgbClr val="5A6F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600200" y="2011680"/>
            <a:ext cx="6126479" cy="960120"/>
          </a:xfrm>
          <a:prstGeom prst="line">
            <a:avLst/>
          </a:prstGeom>
          <a:ln w="11430">
            <a:solidFill>
              <a:srgbClr val="5A6F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600200" y="2971800"/>
            <a:ext cx="6126479" cy="493776"/>
          </a:xfrm>
          <a:prstGeom prst="line">
            <a:avLst/>
          </a:prstGeom>
          <a:ln w="11430">
            <a:solidFill>
              <a:srgbClr val="5A6F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600200" y="2971800"/>
            <a:ext cx="6126479" cy="1947672"/>
          </a:xfrm>
          <a:prstGeom prst="line">
            <a:avLst/>
          </a:prstGeom>
          <a:ln w="11430">
            <a:solidFill>
              <a:srgbClr val="5A6F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60196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ADCFC"/>
                </a:solidFill>
                <a:latin typeface="Calibri"/>
              </a:rPr>
              <a:t>FinControl  ·  Terry Calero · Franco Cannizaro · Leonidas Druetta  ·  Proyecto Escolar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