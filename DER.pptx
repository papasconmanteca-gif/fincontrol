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Diagrama Entidad-Relación  —  FinControl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FA8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Modelo lógico de datos  ·  Primer avance  ·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03504" y="1133856"/>
            <a:ext cx="2331720" cy="886968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33172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C5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78992"/>
            <a:ext cx="233172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PRESUPUESTO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2331720" cy="393192"/>
          </a:xfrm>
          <a:prstGeom prst="rect">
            <a:avLst/>
          </a:prstGeom>
          <a:solidFill>
            <a:srgbClr val="EAF4FB"/>
          </a:solidFill>
          <a:ln w="6350">
            <a:solidFill>
              <a:srgbClr val="C5D8E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5506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572768"/>
            <a:ext cx="347472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69264" y="1572768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sueldo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075688" y="1572768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61004" y="1133856"/>
            <a:ext cx="2331720" cy="2459736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6140" y="1078992"/>
            <a:ext cx="2331720" cy="2459736"/>
          </a:xfrm>
          <a:prstGeom prst="rect">
            <a:avLst/>
          </a:prstGeom>
          <a:solidFill>
            <a:srgbClr val="FFFFFF"/>
          </a:solidFill>
          <a:ln w="15240">
            <a:solidFill>
              <a:srgbClr val="C5D8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6140" y="1078992"/>
            <a:ext cx="2331720" cy="493776"/>
          </a:xfrm>
          <a:prstGeom prst="rect">
            <a:avLst/>
          </a:prstGeom>
          <a:solidFill>
            <a:srgbClr val="1A6FA0"/>
          </a:solidFill>
          <a:ln w="12700">
            <a:solidFill>
              <a:srgbClr val="1A6F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6140" y="1078992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06140" y="1572768"/>
            <a:ext cx="2331720" cy="393192"/>
          </a:xfrm>
          <a:prstGeom prst="rect">
            <a:avLst/>
          </a:prstGeom>
          <a:solidFill>
            <a:srgbClr val="EAF4FB"/>
          </a:solidFill>
          <a:ln w="6350">
            <a:solidFill>
              <a:srgbClr val="C5D8E8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7580" y="1655064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97580" y="1572768"/>
            <a:ext cx="347472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826764" y="1572768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33188" y="1572768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406140" y="1965960"/>
            <a:ext cx="2331720" cy="393192"/>
          </a:xfrm>
          <a:prstGeom prst="rect">
            <a:avLst/>
          </a:prstGeom>
          <a:solidFill>
            <a:srgbClr val="F5FAFD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70732" y="1965960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fecha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933188" y="1965960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406140" y="2359152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70732" y="2359152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descripcion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933188" y="2359152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406140" y="2752344"/>
            <a:ext cx="2331720" cy="393192"/>
          </a:xfrm>
          <a:prstGeom prst="rect">
            <a:avLst/>
          </a:prstGeom>
          <a:solidFill>
            <a:srgbClr val="F5FAFD"/>
          </a:solidFill>
          <a:ln w="6350">
            <a:solidFill>
              <a:srgbClr val="C5D8E8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843784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497580" y="2752344"/>
            <a:ext cx="347472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6F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826764" y="2752344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F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categoria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933188" y="2752344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406140" y="314553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70732" y="3145536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monto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933188" y="3145536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318504" y="1133856"/>
            <a:ext cx="2331720" cy="886968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263640" y="1078992"/>
            <a:ext cx="233172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C5D8E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263640" y="1078992"/>
            <a:ext cx="2331720" cy="493776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263640" y="1078992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8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63640" y="1572768"/>
            <a:ext cx="2331720" cy="393192"/>
          </a:xfrm>
          <a:prstGeom prst="rect">
            <a:avLst/>
          </a:prstGeom>
          <a:solidFill>
            <a:srgbClr val="EAF4FB"/>
          </a:solidFill>
          <a:ln w="6350">
            <a:solidFill>
              <a:srgbClr val="C5D8E8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55064"/>
            <a:ext cx="182880" cy="18288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355080" y="1572768"/>
            <a:ext cx="347472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</a:t>
            </a:r>
            <a:endParaRPr lang="en-US" sz="750" dirty="0"/>
          </a:p>
        </p:txBody>
      </p:sp>
      <p:sp>
        <p:nvSpPr>
          <p:cNvPr id="44" name="Text 38"/>
          <p:cNvSpPr/>
          <p:nvPr/>
        </p:nvSpPr>
        <p:spPr>
          <a:xfrm>
            <a:off x="6684264" y="1572768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nombre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7790688" y="1572768"/>
            <a:ext cx="749808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3081528" y="1769364"/>
            <a:ext cx="123444" cy="0"/>
          </a:xfrm>
          <a:prstGeom prst="line">
            <a:avLst/>
          </a:prstGeom>
          <a:noFill/>
          <a:ln w="25400">
            <a:solidFill>
              <a:srgbClr val="5D9EC7"/>
            </a:solidFill>
            <a:prstDash val="solid"/>
            <a:tailEnd type="arrow"/>
          </a:ln>
        </p:spPr>
      </p:sp>
      <p:sp>
        <p:nvSpPr>
          <p:cNvPr id="47" name="Text 41"/>
          <p:cNvSpPr/>
          <p:nvPr/>
        </p:nvSpPr>
        <p:spPr>
          <a:xfrm>
            <a:off x="2880360" y="1421130"/>
            <a:ext cx="556260" cy="151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tiene registrados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2880360" y="1623060"/>
            <a:ext cx="347472" cy="2926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2880360" y="1623060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3058668" y="1623060"/>
            <a:ext cx="347472" cy="292608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058668" y="1623060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A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5939028" y="2948940"/>
            <a:ext cx="35433" cy="0"/>
          </a:xfrm>
          <a:prstGeom prst="line">
            <a:avLst/>
          </a:prstGeom>
          <a:noFill/>
          <a:ln w="25400">
            <a:solidFill>
              <a:srgbClr val="5D9EC7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974461" y="1769364"/>
            <a:ext cx="0" cy="1179576"/>
          </a:xfrm>
          <a:prstGeom prst="line">
            <a:avLst/>
          </a:prstGeom>
          <a:noFill/>
          <a:ln w="25400">
            <a:solidFill>
              <a:srgbClr val="5D9EC7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5974461" y="1769364"/>
            <a:ext cx="88011" cy="0"/>
          </a:xfrm>
          <a:prstGeom prst="line">
            <a:avLst/>
          </a:prstGeom>
          <a:noFill/>
          <a:ln w="25400">
            <a:solidFill>
              <a:srgbClr val="5D9EC7"/>
            </a:solidFill>
            <a:prstDash val="solid"/>
            <a:tailEnd type="arrow"/>
          </a:ln>
        </p:spPr>
      </p:sp>
      <p:sp>
        <p:nvSpPr>
          <p:cNvPr id="55" name="Text 49"/>
          <p:cNvSpPr/>
          <p:nvPr/>
        </p:nvSpPr>
        <p:spPr>
          <a:xfrm>
            <a:off x="6038469" y="224028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pertenece a</a:t>
            </a:r>
            <a:endParaRPr lang="en-US" sz="750" dirty="0"/>
          </a:p>
        </p:txBody>
      </p:sp>
      <p:sp>
        <p:nvSpPr>
          <p:cNvPr id="56" name="Shape 50"/>
          <p:cNvSpPr/>
          <p:nvPr/>
        </p:nvSpPr>
        <p:spPr>
          <a:xfrm>
            <a:off x="5737860" y="2802636"/>
            <a:ext cx="347472" cy="292608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5737860" y="2802636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A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1100" dirty="0"/>
          </a:p>
        </p:txBody>
      </p:sp>
      <p:sp>
        <p:nvSpPr>
          <p:cNvPr id="58" name="Shape 52"/>
          <p:cNvSpPr/>
          <p:nvPr/>
        </p:nvSpPr>
        <p:spPr>
          <a:xfrm>
            <a:off x="5916168" y="1623060"/>
            <a:ext cx="347472" cy="2926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916168" y="1623060"/>
            <a:ext cx="347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384048" y="427939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4352544"/>
            <a:ext cx="182880" cy="18288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731520" y="4297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C28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Clave primaria (PK)</a:t>
            </a:r>
            <a:endParaRPr lang="en-US" sz="85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4626864"/>
            <a:ext cx="164592" cy="164592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731520" y="45902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6F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Clave foránea (FK)</a:t>
            </a:r>
            <a:endParaRPr lang="en-US" sz="850" dirty="0"/>
          </a:p>
        </p:txBody>
      </p:sp>
      <p:sp>
        <p:nvSpPr>
          <p:cNvPr id="65" name="Text 57"/>
          <p:cNvSpPr/>
          <p:nvPr/>
        </p:nvSpPr>
        <p:spPr>
          <a:xfrm>
            <a:off x="3383280" y="4434840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EA8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Nota: FinControl no utiliza base de datos. Este DER representa el modelo lógico de datos mantenido en memoria (JavaScript) durante la sesión activa.</a:t>
            </a:r>
            <a:endParaRPr lang="en-US" sz="750" dirty="0"/>
          </a:p>
        </p:txBody>
      </p:sp>
      <p:sp>
        <p:nvSpPr>
          <p:cNvPr id="66" name="Text 58"/>
          <p:cNvSpPr/>
          <p:nvPr/>
        </p:nvSpPr>
        <p:spPr>
          <a:xfrm>
            <a:off x="6217920" y="4873752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EEST N.º 2 T2  ·  FinControl  · 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WPS Presentation</Application>
  <PresentationFormat>On-screen Show (16:9)</PresentationFormat>
  <Paragraphs>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TERRY</cp:lastModifiedBy>
  <cp:revision>2</cp:revision>
  <dcterms:created xsi:type="dcterms:W3CDTF">2026-06-07T08:49:00Z</dcterms:created>
  <dcterms:modified xsi:type="dcterms:W3CDTF">2026-06-07T23:52:45Z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5680F1FABB6F424398CB504E21DB9869_12</vt:lpwstr>
  </property>
  <property fmtid="{D5CDD505-2E9C-101B-9397-08002B2CF9AE}" pid="3" name="KSOProductBuildVer">
    <vt:lpwstr>3082-12.1.0.26880</vt:lpwstr>
  </property>
</Properties>
</file>